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07"/>
  </p:normalViewPr>
  <p:slideViewPr>
    <p:cSldViewPr snapToGrid="0" snapToObjects="1">
      <p:cViewPr varScale="1">
        <p:scale>
          <a:sx n="100" d="100"/>
          <a:sy n="100" d="100"/>
        </p:scale>
        <p:origin x="1864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32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81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930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359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38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58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370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76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344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6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7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sendgun.in/products/whatsapp-business-api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sendgun.i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WhatsApp Business API India: A Powerful API Service for Smart Business Communication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Official, scalable, and trusted messaging for modern businesses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E84B52-C23B-9C3B-FC65-48F255426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564" y="4212547"/>
            <a:ext cx="731520" cy="731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742DEE-732B-8564-4A54-7F5B69468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600" y="-152400"/>
            <a:ext cx="1432223" cy="14322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00" y="1487932"/>
            <a:ext cx="7772400" cy="1609344"/>
          </a:xfrm>
        </p:spPr>
        <p:txBody>
          <a:bodyPr/>
          <a:lstStyle/>
          <a:p>
            <a:r>
              <a:rPr dirty="0"/>
              <a:t>What is WhatsApp Business API?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3097276"/>
            <a:ext cx="7772400" cy="4050792"/>
          </a:xfrm>
        </p:spPr>
        <p:txBody>
          <a:bodyPr>
            <a:normAutofit/>
          </a:bodyPr>
          <a:lstStyle/>
          <a:p>
            <a:r>
              <a:rPr sz="2800" dirty="0"/>
              <a:t>WhatsApp Business API enables businesses to manage large-scale customer communication using an official and verified platform. It is designed for companies that need secure, automated, and professional messaging.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BC44AD-CFCF-2392-6755-C2AD3DA9E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-152400"/>
            <a:ext cx="1432223" cy="1432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0ED1BF-69FC-52B5-8E5D-E177521D6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282" y="6322568"/>
            <a:ext cx="306832" cy="3068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1900" y="1386332"/>
            <a:ext cx="7772400" cy="1609344"/>
          </a:xfrm>
        </p:spPr>
        <p:txBody>
          <a:bodyPr/>
          <a:lstStyle/>
          <a:p>
            <a:r>
              <a:rPr dirty="0"/>
              <a:t>Why Use WhatsApp Business API India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995676"/>
            <a:ext cx="7772400" cy="4050792"/>
          </a:xfrm>
        </p:spPr>
        <p:txBody>
          <a:bodyPr>
            <a:normAutofit/>
          </a:bodyPr>
          <a:lstStyle/>
          <a:p>
            <a:r>
              <a:rPr sz="2800" dirty="0">
                <a:hlinkClick r:id="rId2"/>
              </a:rPr>
              <a:t>WhatsApp Business API India</a:t>
            </a:r>
            <a:r>
              <a:rPr sz="2800" dirty="0"/>
              <a:t> helps businesses reach customers instantly through a familiar messaging platform. It supports automation, quick replies, and high engagement for better customer communication.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D37E4C-6863-F56E-A049-4AD761208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600" y="-152400"/>
            <a:ext cx="1432223" cy="1432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C009BB-E727-E709-DAD6-D3982711E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3282" y="6322568"/>
            <a:ext cx="306832" cy="3068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1233932"/>
            <a:ext cx="7772400" cy="1609344"/>
          </a:xfrm>
        </p:spPr>
        <p:txBody>
          <a:bodyPr/>
          <a:lstStyle/>
          <a:p>
            <a:r>
              <a:rPr dirty="0"/>
              <a:t>Common Business Use Cases</a:t>
            </a:r>
            <a:r>
              <a:rPr lang="en-US" dirty="0"/>
              <a:t>: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9800" y="2629408"/>
            <a:ext cx="7772400" cy="4050792"/>
          </a:xfrm>
        </p:spPr>
        <p:txBody>
          <a:bodyPr>
            <a:normAutofit/>
          </a:bodyPr>
          <a:lstStyle/>
          <a:p>
            <a:r>
              <a:rPr sz="2800" dirty="0"/>
              <a:t>Order confirmations,</a:t>
            </a:r>
            <a:endParaRPr lang="en-US" sz="2800" dirty="0"/>
          </a:p>
          <a:p>
            <a:r>
              <a:rPr sz="2800" dirty="0"/>
              <a:t> delivery updates, </a:t>
            </a:r>
            <a:endParaRPr lang="en-US" sz="2800" dirty="0"/>
          </a:p>
          <a:p>
            <a:r>
              <a:rPr sz="2800" dirty="0"/>
              <a:t>payment alerts, </a:t>
            </a:r>
            <a:endParaRPr lang="en-US" sz="2800" dirty="0"/>
          </a:p>
          <a:p>
            <a:r>
              <a:rPr sz="2800" dirty="0"/>
              <a:t>OTP verification, </a:t>
            </a:r>
            <a:endParaRPr lang="en-US" sz="2800" dirty="0"/>
          </a:p>
          <a:p>
            <a:r>
              <a:rPr sz="2800" dirty="0"/>
              <a:t>appointment reminders, </a:t>
            </a:r>
            <a:endParaRPr lang="en-US" sz="2800" dirty="0"/>
          </a:p>
          <a:p>
            <a:r>
              <a:rPr sz="2800" dirty="0"/>
              <a:t>customer support, and promotional communication.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D75DA9-71DB-ED05-B01B-E77669310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-152400"/>
            <a:ext cx="1432223" cy="14322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088053-A023-350C-A029-94064CBF0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282" y="6322568"/>
            <a:ext cx="306832" cy="3068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4600" y="1401064"/>
            <a:ext cx="7772400" cy="1609344"/>
          </a:xfrm>
        </p:spPr>
        <p:txBody>
          <a:bodyPr/>
          <a:lstStyle/>
          <a:p>
            <a:r>
              <a:rPr dirty="0"/>
              <a:t>Choosing the Right API Partner</a:t>
            </a:r>
            <a:r>
              <a:rPr lang="en-US" dirty="0"/>
              <a:t>: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3010408"/>
            <a:ext cx="7772400" cy="4050792"/>
          </a:xfrm>
        </p:spPr>
        <p:txBody>
          <a:bodyPr>
            <a:normAutofit/>
          </a:bodyPr>
          <a:lstStyle/>
          <a:p>
            <a:r>
              <a:rPr sz="2800" dirty="0"/>
              <a:t>A reliable WhatsApp API service provider ensures smooth integration, high message delivery rates, compliance, and continuous support. The right WhatsApp API service helps businesses scale efficiently.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0B5EEA-2FCF-636D-6D8B-67337E31C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-152400"/>
            <a:ext cx="1432223" cy="1432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5AB283-D36B-CB7B-300B-612852C37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282" y="6322568"/>
            <a:ext cx="306832" cy="3068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6600" y="1145032"/>
            <a:ext cx="7772400" cy="1609344"/>
          </a:xfrm>
        </p:spPr>
        <p:txBody>
          <a:bodyPr/>
          <a:lstStyle/>
          <a:p>
            <a:r>
              <a:rPr dirty="0"/>
              <a:t>Why Choose </a:t>
            </a:r>
            <a:r>
              <a:rPr dirty="0" err="1"/>
              <a:t>Sendgun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540508"/>
            <a:ext cx="7772400" cy="4050792"/>
          </a:xfrm>
        </p:spPr>
        <p:txBody>
          <a:bodyPr>
            <a:normAutofit/>
          </a:bodyPr>
          <a:lstStyle/>
          <a:p>
            <a:r>
              <a:rPr sz="2800" dirty="0" err="1">
                <a:hlinkClick r:id="rId2"/>
              </a:rPr>
              <a:t>Sendgun</a:t>
            </a:r>
            <a:r>
              <a:rPr sz="2800" dirty="0"/>
              <a:t> provides a reliable WhatsApp Business API solution with </a:t>
            </a:r>
            <a:endParaRPr lang="en-US" sz="2800" dirty="0"/>
          </a:p>
          <a:p>
            <a:r>
              <a:rPr lang="en-US" sz="2800" dirty="0"/>
              <a:t>E</a:t>
            </a:r>
            <a:r>
              <a:rPr sz="2800" dirty="0"/>
              <a:t>asy setup</a:t>
            </a:r>
            <a:endParaRPr lang="en-US" sz="2800" dirty="0"/>
          </a:p>
          <a:p>
            <a:r>
              <a:rPr lang="en-US" sz="2800" dirty="0"/>
              <a:t>A</a:t>
            </a:r>
            <a:r>
              <a:rPr sz="2800" dirty="0"/>
              <a:t>utomation features </a:t>
            </a:r>
            <a:endParaRPr lang="en-US" sz="2800" dirty="0"/>
          </a:p>
          <a:p>
            <a:r>
              <a:rPr lang="en-US" sz="2800" dirty="0"/>
              <a:t>S</a:t>
            </a:r>
            <a:r>
              <a:rPr sz="2800" dirty="0"/>
              <a:t>ecure messaging </a:t>
            </a:r>
            <a:endParaRPr lang="en-US" sz="2800" dirty="0"/>
          </a:p>
          <a:p>
            <a:r>
              <a:rPr lang="en-US" sz="2800" dirty="0"/>
              <a:t>D</a:t>
            </a:r>
            <a:r>
              <a:rPr sz="2800" dirty="0"/>
              <a:t>edicated support for growing businesses.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381BD4-ECFC-5C1A-AB8C-DFEC8ECF8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600" y="-152400"/>
            <a:ext cx="1432223" cy="1432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052259-DF43-C464-7E92-E8229F527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3282" y="6322568"/>
            <a:ext cx="306832" cy="3068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9900" y="1528064"/>
            <a:ext cx="7772400" cy="1609344"/>
          </a:xfrm>
        </p:spPr>
        <p:txBody>
          <a:bodyPr/>
          <a:lstStyle/>
          <a:p>
            <a:r>
              <a:rPr dirty="0"/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0" y="3137408"/>
            <a:ext cx="7772400" cy="4050792"/>
          </a:xfrm>
        </p:spPr>
        <p:txBody>
          <a:bodyPr>
            <a:normAutofit/>
          </a:bodyPr>
          <a:lstStyle/>
          <a:p>
            <a:r>
              <a:rPr sz="2800" dirty="0"/>
              <a:t>Phone: 18008898103</a:t>
            </a:r>
          </a:p>
          <a:p>
            <a:r>
              <a:rPr sz="2800" dirty="0"/>
              <a:t>Email: </a:t>
            </a:r>
            <a:r>
              <a:rPr sz="2800" dirty="0" err="1"/>
              <a:t>sales@sendgun.in</a:t>
            </a:r>
            <a:endParaRPr sz="2800" dirty="0"/>
          </a:p>
          <a:p>
            <a:endParaRPr sz="2800" dirty="0"/>
          </a:p>
          <a:p>
            <a:r>
              <a:rPr sz="2800" dirty="0"/>
              <a:t>Start smart business communication with </a:t>
            </a:r>
            <a:r>
              <a:rPr sz="2800" dirty="0" err="1"/>
              <a:t>Sendgun</a:t>
            </a:r>
            <a:r>
              <a:rPr sz="2800" dirty="0"/>
              <a:t> today.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8FE478-7A39-0321-911A-C7D4EBB99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-152400"/>
            <a:ext cx="1432223" cy="1432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A2E39B-B714-8C7F-3539-F4CF97902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282" y="6322568"/>
            <a:ext cx="306832" cy="306832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{FB7CFC46-2EE0-5441-9B47-7759DE03E0CE}tf10001070</Template>
  <TotalTime>52</TotalTime>
  <Words>212</Words>
  <Application>Microsoft Macintosh PowerPoint</Application>
  <PresentationFormat>On-screen Show (4:3)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Rockwell</vt:lpstr>
      <vt:lpstr>Rockwell Condensed</vt:lpstr>
      <vt:lpstr>Rockwell Extra Bold</vt:lpstr>
      <vt:lpstr>Wingdings</vt:lpstr>
      <vt:lpstr>Wood Type</vt:lpstr>
      <vt:lpstr>WhatsApp Business API India: A Powerful API Service for Smart Business Communication</vt:lpstr>
      <vt:lpstr>What is WhatsApp Business API?</vt:lpstr>
      <vt:lpstr>Why Use WhatsApp Business API India?</vt:lpstr>
      <vt:lpstr>Common Business Use Cases:</vt:lpstr>
      <vt:lpstr>Choosing the Right API Partner:</vt:lpstr>
      <vt:lpstr>Why Choose Sendgun?</vt:lpstr>
      <vt:lpstr>Contact 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2026-03-02T06:08:37Z</dcterms:modified>
  <cp:category/>
</cp:coreProperties>
</file>